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7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4412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256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3937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3988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6477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6480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357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7960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6875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835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74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EE842-5664-4028-9B13-732BCA0EE4DC}" type="datetimeFigureOut">
              <a:rPr lang="en-US" smtClean="0"/>
              <a:pPr/>
              <a:t>28-Nov-20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1859-E65B-436F-B6BD-727EC250C61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929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xmlns="" val="4275053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xmlns="" val="3862652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xmlns="" val="1356413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77528" y="1600200"/>
            <a:ext cx="6788944" cy="4525963"/>
          </a:xfrm>
        </p:spPr>
      </p:pic>
    </p:spTree>
    <p:extLst>
      <p:ext uri="{BB962C8B-B14F-4D97-AF65-F5344CB8AC3E}">
        <p14:creationId xmlns:p14="http://schemas.microsoft.com/office/powerpoint/2010/main" xmlns="" val="334410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2406050"/>
            <a:ext cx="8229600" cy="2914263"/>
          </a:xfrm>
        </p:spPr>
      </p:pic>
    </p:spTree>
    <p:extLst>
      <p:ext uri="{BB962C8B-B14F-4D97-AF65-F5344CB8AC3E}">
        <p14:creationId xmlns:p14="http://schemas.microsoft.com/office/powerpoint/2010/main" xmlns="" val="1570457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Arsham System</dc:creator>
  <cp:lastModifiedBy>Navid</cp:lastModifiedBy>
  <cp:revision>1</cp:revision>
  <dcterms:created xsi:type="dcterms:W3CDTF">2020-11-18T17:49:09Z</dcterms:created>
  <dcterms:modified xsi:type="dcterms:W3CDTF">2020-11-28T16:27:05Z</dcterms:modified>
</cp:coreProperties>
</file>